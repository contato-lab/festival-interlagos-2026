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vendas+abertas+-+compre+seu+ingresso+%F0%9F%8E%9F%EF%B8%8F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street+108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domine+as+curva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guia+edi%C3%A7%C3%A3o+moto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thiaguinh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o+que+acontece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hungri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d2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banner+auto+geral+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jarule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street+108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o+que+acontece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d2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post+ingressos+informativo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segundo+lote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matheu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virada+de+lote+jarule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pista+premiu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medin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medina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8FF00"/>
                </a:solidFill>
                <a:latin typeface="Arial Black"/>
              </a:rPr>
              <a:t>LIME · AGÊNCIA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6800" b="1">
                <a:solidFill>
                  <a:srgbClr val="FFFFFF"/>
                </a:solidFill>
                <a:latin typeface="Arial Black"/>
              </a:rPr>
              <a:t>TOP CRIATIVOS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C8FF00"/>
                </a:solidFill>
                <a:latin typeface="Arial"/>
              </a:rPr>
              <a:t>META ADS · FESTIVAL INTERLAGOS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AAAAAA"/>
                </a:solidFill>
                <a:latin typeface="Calibri"/>
              </a:rPr>
              <a:t>Análise dos últimos 10 dias  ·  2026-05-12 a 2026-05-22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2 contas: Principal (act_2044706169171045) + Nova Motos (act_1326431289216611)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Gerado em 22/05/2026 18:04 · Festival Interlagos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 Black"/>
              </a:rPr>
              <a:t>TOP 10 GERAL · MAIS COMPRAS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8FF00"/>
                </a:solidFill>
                <a:latin typeface="Calibri"/>
              </a:rPr>
              <a:t>Últimos 10 dias · 2 contas Meta Ads · ordenado por compras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657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645920"/>
            <a:ext cx="8229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Compras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45920"/>
            <a:ext cx="10972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Gasto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645920"/>
            <a:ext cx="6400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CTR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645920"/>
            <a:ext cx="69494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Anúncio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21031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1031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R$ 2.229,61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R$ 55,74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1031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0.8%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1031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VENDAS ABERTAS - COMPRE SEU INGRESSO 🎟️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5603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25603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5603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R$ 1.639,90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R$ 56,55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25603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25603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[AD] STREET 108 (4 adsets)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175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0175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0175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R$ 817,39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R$ 34,06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0175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0.74%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30175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DOMINE AS CURVAS (2 adsets)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747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34747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34747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R$ 454,55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R$ 22,73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34747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1.22%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4747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GUIA EDIÇÃO MOTO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319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20240" y="39319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319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R$ 710,78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R$ 37,41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39319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1.59%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9319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Thiaguinho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3891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20240" y="43891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3891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R$ 1.055,43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R$ 58,64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3891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0" y="43891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O QUE ACONTECE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8463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20240" y="48463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48463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R$ 1.272,08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R$ 79,50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0" y="48463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2.21%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48463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[AD2]HUNGRIA (2 adsets)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53035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20240" y="53035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0" y="53035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R$ 735,85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4048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R$ 49,06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46320" y="53035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1.13%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0" y="53035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D2 (2 adsets)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57607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57607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0" y="57607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R$ 932,37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048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R$ 66,60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57607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1.54%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0" y="57607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BANNER AUTO GERAL 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2179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920240" y="62179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62179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R$ 323,58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84048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R$ 23,11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46320" y="62179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1.96%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0" y="62179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JARULE (2 adsets)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VENDAS ABERTAS - COMPRE SEU INGRESSO 🎟️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21384153036178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40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R$ 2.229,61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R$ 55,74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0.8%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247.532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1.980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[40 compras]  [LM] [14.04.26] Semelhante (BR, 2%) - [LM] [VENDAS ATÉ O MOM  ·  [LM] [SP] [FESTIVAL INTERLAGOS] [GERAL] [LKL] [14.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#2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[AD] STREET 108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4 adsets · Compras somadas de TODAS as instâncias</a:t>
            </a:r>
          </a:p>
        </p:txBody>
      </p:sp>
      <p:pic>
        <p:nvPicPr>
          <p:cNvPr id="5" name="Picture 4" descr="162964795147139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R$ 1.639,90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R$ 56,55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1.37%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144.080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1.980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[15 compras]  [LM] [STREETPASS 108] LKL+ EXCLU v2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[STREETPASS 108] INTERESSES + EXCLU v2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678424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[4 compras]  [LM] [STREETPASS 108] INTERESSES + EXCLU v2 — Cópia  ·  [LM] [RMKT] [FESTIVAL INTERLAGOS] [17.04.2026]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88736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[STREETPASS 108] INTERESSES + EXCLU v2 — Cópia  ·  [LM] [RMKT] [FESTIVAL INTERLAGOS] [17.04.2026]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4 adset(s)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#3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DOMINE AS CURVAS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14562462557668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R$ 817,39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R$ 34,06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0.74%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75.994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566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[13 compras]  [LM] [DARK] [ABERTO]  ·  .[]LM] [MOTO] [VENDAS EXPERIÊNCIA] [08.05.26]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[11 compras]  [LM] [DARK] [ABERTO] — Cópia  ·  .[]LM] [MOTO] [VENDAS EXPERIÊNCIA] [08.05.26]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#4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GUIA EDIÇÃO MOTO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17729289807821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R$ 454,55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R$ 22,73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1.22%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43.503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[20 compras]  [LM] [FEED] [DARK]  ·  .[]LM] [MOTO] [VENDAS EXPERIÊNCIA] [08.05.26]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#5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Thiaguinho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14870621829936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R$ 710,78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R$ 37,41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1.59%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73.615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1.169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[19 compras]  [LM] ABERTO [PAGODE E SERTANEJO]  ·  [CBO] [SHOWS] [FESTIVAL INTERLAGOS MOTO]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#6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O QUE ACONTECE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16609510581401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R$ 1.055,43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R$ 58,64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1.33%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113.352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1.511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[18 compras]  [LM] [NOVOS POSTS] ABERTO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#7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[AD2]HUNGRIA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20977229011591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R$ 1.272,08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R$ 79,50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2.21%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185.008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4.096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[16 compras]  [LM] [FEEDS] [09.05] RAP  ·  [CBO] [MUSICA] [FESTIVAL 2026] [09.05]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[0 compras]  [LM] [FEEDS] [09.05] RAP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#8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D2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7964138400164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R$ 735,85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R$ 49,06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1.13%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72.187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816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[NOVOS POSTS] INTERESSES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[6 compras]  [LM] [NOVOS POSTS D2] [ROAS]ABERTO AUTO + EXCLU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#9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BANNER AUTO GERAL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278202642875626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R$ 932,37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R$ 66,60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1.54%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67.649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1.042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[14 compras]  [LM] [04.04] [VELOCIDADE AUTO] AUTO  ·  [LM] [04.04] [VENDAS AUTO NOVA] [FESTIVAL INTERLAG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#10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JARULE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9700891120986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R$ 323,58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R$ 23,11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1.96%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28.577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[11 compras]  [LM] ABERTO [RAP] — Cópia  ·  [ABO] [SHOWS] [MOTOS] [15.05.26]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[3 compras]  [LM] ABERTO [RAP]  ·  [CBO] [SHOWS] [FESTIVAL INTERLAGOS MOTO]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 Black"/>
              </a:rPr>
              <a:t>TOP REMARKETING · CONTA PRINCIPAL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8FF00"/>
                </a:solidFill>
                <a:latin typeface="Calibri"/>
              </a:rPr>
              <a:t>Campanha [LM] [RMKT] [FESTIVAL INTERLAGOS] [17.04.2026]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657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645920"/>
            <a:ext cx="8229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Compras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45920"/>
            <a:ext cx="10972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Gasto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645920"/>
            <a:ext cx="6400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CTR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645920"/>
            <a:ext cx="69494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Anúncio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21031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1031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R$ 1.639,90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R$ 56,55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1031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1031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[AD] STREET 108 (4 adsets)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5603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25603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5603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R$ 1.055,43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R$ 58,64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25603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25603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O QUE ACONTECE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175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0175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0175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R$ 735,85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R$ 49,06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0175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1.13%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30175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D2 (2 adsets)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747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34747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34747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R$ 757,39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R$ 63,12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34747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1.42%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4747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POST INGRESSOS INFORMATIVO (2 adsets)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319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20240" y="39319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319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R$ 980,05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R$ 81,67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39319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1.44%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9319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segundo lote (3 adsets)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3891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20240" y="43891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3891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R$ 815,24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R$ 74,11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3891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0" y="43891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[AD2]matheus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8463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20240" y="48463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48463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R$ 638,94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R$ 58,09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0" y="48463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2.86%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48463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VIRADA DE LOTE JARULE (2 adsets)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53035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20240" y="53035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0" y="53035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R$ 379,23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4048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R$ 54,18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46320" y="53035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1.78%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0" y="53035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pista premium (3 adsets)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57607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57607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0" y="57607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R$ 113,81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048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R$ 56,91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57607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1.28%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0" y="57607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medina (2 adsets)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2179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920240" y="62179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62179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R$ 10,61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84048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R$ 10,61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46320" y="62179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0.7%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0" y="62179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medina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[AD] STREET 108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4 adsets · Compras somadas de TODAS as instâncias</a:t>
            </a:r>
          </a:p>
        </p:txBody>
      </p:sp>
      <p:pic>
        <p:nvPicPr>
          <p:cNvPr id="5" name="Picture 4" descr="162964795147139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R$ 1.639,90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R$ 56,55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1.37%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144.080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1.980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[15 compras]  [LM] [STREETPASS 108] LKL+ EXCLU v2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[STREETPASS 108] INTERESSES + EXCLU v2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678424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[4 compras]  [LM] [STREETPASS 108] INTERESSES + EXCLU v2 — Cópia  ·  [LM] [RMKT] [FESTIVAL INTERLAGOS] [17.04.2026]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88736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[STREETPASS 108] INTERESSES + EXCLU v2 — Cópia  ·  [LM] [RMKT] [FESTIVAL INTERLAGOS] [17.04.2026]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4 adset(s)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#2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O QUE ACONTECE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16609510581401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R$ 1.055,43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R$ 58,64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1.33%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113.352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1.511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[18 compras]  [LM] [NOVOS POSTS] ABERTO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#3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D2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7964138400164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R$ 735,85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R$ 49,06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1.13%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72.187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816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[NOVOS POSTS] INTERESSES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[6 compras]  [LM] [NOVOS POSTS D2] [ROAS]ABERTO AUTO + EXCLU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#4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POST INGRESSOS INFORMATIVO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1299787968179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R$ 757,39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R$ 63,12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1.42%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81.578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1.155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[12 compras]  [LM] [NOVOS POSTS] INTERESSES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[0 compras]  [LM] [NOVOS POSTS D2] [ROAS]ABERTO AUTO + EXCLU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#5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segundo lote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3 adsets · Compras somadas de TODAS as instâncias</a:t>
            </a:r>
          </a:p>
        </p:txBody>
      </p:sp>
      <p:pic>
        <p:nvPicPr>
          <p:cNvPr id="5" name="Picture 4" descr="227775417942259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R$ 980,05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R$ 81,67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1.44%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96.208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1.383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[2 LOTE] [09.05]ABERTO + EXCLU v3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[3 compras]  [LM] [2 LOTE] [09.05] Semelhante (3%) - [LM] VISITARAM PERFI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678424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[0 compras]  [LM] [2 LOTE] [09.05]INTERESSES + EXCLU v2  ·  [LM] [RMKT] [FESTIVAL INTERLAGOS] [17.04.2026]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3 adset(s)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#6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[AD2]matheus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21896173885301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R$ 815,24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R$ 74,11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108.436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1.947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[11 compras]  [LM] [FEEDS] [09.05] SERTANEJO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#7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VIRADA DE LOTE JARULE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20879400854811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R$ 638,94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R$ 58,09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2.86%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57.922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1.657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[8 compras]  [LM] [13.05.26] [SEGUNDO LOTE JARULE] INTERESSES + EXCLU v2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[3 compras]  [LM] [13.05.26] [VIRADO DE LOTE JARULE] [SEGUNDO LOTE] ABERT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#8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pista premium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3 adsets · Compras somadas de TODAS as instâncias</a:t>
            </a:r>
          </a:p>
        </p:txBody>
      </p:sp>
      <p:pic>
        <p:nvPicPr>
          <p:cNvPr id="5" name="Picture 4" descr="24454084026294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R$ 379,23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R$ 54,18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1.78%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29.533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[6 compras]  [LM] [STREETPASS 108] INTERESSES + EXCLU v2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[STREETPASS 108] INTERESSES + EXCLU v2 — Cópia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678424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[0 compras]  [LM] [STREETPASS 108] INTERESSES + EXCLU v2 — Cópia  ·  [LM] [RMKT] [FESTIVAL INTERLAGOS] [17.04.2026]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3 adset(s)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#9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medina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958955323781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R$ 113,81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R$ 56,91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1.28%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9.977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[NOVOS POSTS] INTERESSES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[NOVOS POSTS D2] [ROAS]ABERTO AUTO + EXCLU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#10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medina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958955323781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R$ 10,61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R$ 10,61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0.7%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1.004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[NOVOS POSTS] ABERTO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C8FF00"/>
                </a:solidFill>
                <a:latin typeface="Arial Black"/>
              </a:rPr>
              <a:t>INSIGHTS &amp; RECOMENDAÇÕES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#1 GERAL é "VENDAS ABERTAS"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40 compras (2× mais que o segundo). Mantenha rodando — criativo evergreen.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21408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2140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Melhor CPP da janela: GUIA EDIÇÃO MOTO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44144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R$ 22,61 por compra (Conta Nova Motos). 3× mais barato que a média. Vale escalar.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62656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96265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Conta Nova Motos é 2,9× mais eficiente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8269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CPP médio R$ 31 vs R$ 65 da Principal. Avaliar migrar mais budget.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03904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03904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4 dos 10 melhores são REMARKETING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23944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A campanha [RMKT] domina pos #4, #6, #9, #10. Quem visita o site engaja.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45152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645152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Maior CTR (2,93%): "VIRADA DE LOTE JARULE"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965192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Combinar headliner + urgência de virada de lote é a fórmula campeã.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8640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48640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STREET 108 e D2 aparecem 2× 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80644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Criativos robustos em múltiplos adsets — replicar pattern em outros temas.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