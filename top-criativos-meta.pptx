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endas+abertas+-+compre+seu+ingresso+%F0%9F%8E%9F%EF%B8%8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omine+as+curva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guia+edi%C3%A7%C3%A3o+moto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thiaguinh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hungri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banner+auto+geral+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jarul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ost+ingressos+informativo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egundo+lot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atheu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irada+de+lote+jarule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ista+premiu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8FF00"/>
                </a:solidFill>
                <a:latin typeface="Arial Black"/>
              </a:rPr>
              <a:t>LIME · AGÊNCIA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Arial Black"/>
              </a:rPr>
              <a:t>TOP CRIATIVOS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C8FF00"/>
                </a:solidFill>
                <a:latin typeface="Arial"/>
              </a:rPr>
              <a:t>META ADS · FESTIVAL INTERLAGOS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  <a:latin typeface="Calibri"/>
              </a:rPr>
              <a:t>Análise dos últimos 10 dias  ·  2026-05-12 a 2026-05-22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2 contas: Principal (act_2044706169171045) + Nova Motos (act_1326431289216611)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Gerado em 22/05/2026 17:40 · Festival Interlagos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10 GERAL · MAIS COMPRAS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Últimos 10 dias · 2 contas Meta Ads · ordenado por compras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R$ 2.229,61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R$ 55,74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VENDAS ABERTAS - COMPRE SEU INGRESSO 🎟️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R$ 817,39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R$ 34,06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DOMINE AS CURVAS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R$ 454,55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R$ 22,73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GUIA EDIÇÃO MOTO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R$ 710,78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R$ 37,41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Thiaguinho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R$ 1.272,08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R$ 79,50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2.21%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[AD2]HUNGRIA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R$ 932,37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R$ 66,60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BANNER AUTO GERAL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R$ 323,58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R$ 23,11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1.96%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JARULE (2 adsets)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VENDAS ABERTAS - COMPRE SEU INGRESSO 🎟️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384153036178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R$ 2.229,61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R$ 55,74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247.532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[40 compras]  [LM] [14.04.26] Semelhante (BR, 2%) - [LM] [VENDAS ATÉ O MOM  ·  [LM] [SP] [FESTIVAL INTERLAGOS] [GERAL] [LKL] [14.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DOMINE AS CURVAS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4562462557668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R$ 34,06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75.994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[13 compras]  [LM] [DARK] [ABERTO]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[DARK] [ABERTO] — Cópia  ·  .[]LM] [MOTO] [VENDAS EXPERIÊNCIA] [08.05.26]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GUIA EDIÇÃO 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7729289807821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R$ 454,55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R$ 22,73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43.503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[20 compras]  [LM] [FEED] [DARK]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Thiaguinho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4870621829936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R$ 710,78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R$ 37,41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73.615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[19 compras]  [LM] ABERTO [PAGODE E SERTANEJO]  ·  [CBO] [SHOWS] [FESTIVAL INTERLAGOS MOTO]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[AD2]HUNGRIA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977229011591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R$ 1.272,08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R$ 79,50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2.21%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185.008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4.096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[16 compras]  [LM] [FEEDS] [09.05] RAP  ·  [CBO] [MUSICA] [FESTIVAL 2026] [09.05]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[FEEDS] [09.05] RAP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BANNER AUTO GERAL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78202642875626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R$ 932,37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R$ 66,60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67.649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[14 compras]  [LM] [04.04] [VELOCIDADE AUTO] AUTO  ·  [LM] [04.04] [VENDAS AUTO NOVA] [FESTIVAL INTERLAG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700891120986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R$ 323,58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R$ 23,11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1.96%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28.577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ABERTO [RAP] — Cópia  ·  [ABO] [SHOWS] [MOTOS] [15.05.26]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ABERTO [RAP]  ·  [CBO] [SHOWS] [FESTIVAL INTERLAGOS MOTO]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REMARKETING · CONTA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Campanha [LM] [RMKT] [FESTIVAL INTERLAGOS] [17.04.2026]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R$ 757,39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R$ 63,12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POST INGRESSOS INFORMATIVO (2 adsets)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R$ 980,05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R$ 81,67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segundo lote (3 adsets)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R$ 815,24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R$ 74,11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[AD2]matheus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R$ 638,94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R$ 58,09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2.86%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VIRADA DE LOTE JARULE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R$ 379,23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R$ 54,18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1.78%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pista premium (3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R$ 113,81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 (2 adsets)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R$ 10,61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R$ 10,61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POST INGRESSOS INFORMATIVO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299787968179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R$ 757,39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R$ 63,12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81.578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[12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segundo lote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2777541794225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R$ 980,05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R$ 81,67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96.208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1.383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[2 LOTE] [09.05]ABERTO + EXCLU v3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[2 LOTE] [09.05] Semelhante (3%) - [LM] VISITARAM PERFI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[2 LOTE] [09.05]INTERESSES + EXCLU v2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[AD2]matheus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89617388530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R$ 815,24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R$ 74,11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108.436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[FEEDS] [09.05] SERTANEJO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VIRADA DE LOTE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879400854811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R$ 638,94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2.86%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57.922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1.657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[8 compras]  [LM] [13.05.26] [SEGUNDO LOTE JARULE]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[13.05.26] [VIRADO DE LOTE JARULE] [SEGUNDO LOTE] ABERT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pista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445408402629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R$ 379,23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R$ 54,18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1.78%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29.533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[STREETPASS 108]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R$ 113,81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R$ 56,91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9.977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R$ 10,61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R$ 10,61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C8FF00"/>
                </a:solidFill>
                <a:latin typeface="Arial Black"/>
              </a:rPr>
              <a:t>INSIGHTS &amp;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#1 GERAL é "VENDAS ABERTAS"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40 compras (2× mais que o segundo). Mantenha rodando — criativo evergreen.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1408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2140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Melhor CPP da janela: GUIA EDIÇÃO MOTO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4144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R$ 22,61 por compra (Conta Nova Motos). 3× mais barato que a média. Vale escalar.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6265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Conta Nova Motos é 2,9× mais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826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CPP médio R$ 31 vs R$ 65 da Principal. Avaliar migrar mais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03904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0390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4 dos 10 melhores são REMARKETING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2394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A campanha [RMKT] domina pos #4, #6, #9, #10. Quem visita o site engaja.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4515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Maior CTR (2,93%): "VIRADA DE LOTE JARULE"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6519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Combinar headliner + urgência de virada de lote é a fórmula campeã.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864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STREET 108 e D2 aparecem 2× 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80644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Criativos robustos em múltiplos adsets — replicar pattern em outros temas.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